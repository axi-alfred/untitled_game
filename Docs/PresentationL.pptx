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6" d="100"/>
          <a:sy n="76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1924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3487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0127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2972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5796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695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506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4501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06352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9044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04841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2075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651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49798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61579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25028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129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8AE9EFF-6C6D-489F-8B85-E45E173A6154}" type="datetimeFigureOut">
              <a:rPr lang="en-SE" smtClean="0"/>
              <a:t>2026-04-21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9CC35-5E58-44AA-8EEF-66B304FE06F8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42435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9624-0402-75C8-BB75-3E88434DD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20413"/>
            <a:ext cx="9144000" cy="1189550"/>
          </a:xfrm>
        </p:spPr>
        <p:txBody>
          <a:bodyPr>
            <a:normAutofit fontScale="90000"/>
          </a:bodyPr>
          <a:lstStyle/>
          <a:p>
            <a:r>
              <a:rPr lang="sv-SE" dirty="0" err="1"/>
              <a:t>Wobblus</a:t>
            </a:r>
            <a:r>
              <a:rPr lang="sv-SE" dirty="0"/>
              <a:t> Maximus/</a:t>
            </a:r>
            <a:br>
              <a:rPr lang="sv-SE" dirty="0"/>
            </a:br>
            <a:r>
              <a:rPr lang="sv-SE" dirty="0" err="1"/>
              <a:t>Rage</a:t>
            </a:r>
            <a:r>
              <a:rPr lang="sv-SE" dirty="0"/>
              <a:t> in </a:t>
            </a:r>
            <a:r>
              <a:rPr lang="sv-SE" dirty="0" err="1"/>
              <a:t>Rome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9F78D-8493-974B-D2F6-63FAB23AD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021394"/>
            <a:ext cx="8825658" cy="1617406"/>
          </a:xfrm>
        </p:spPr>
        <p:txBody>
          <a:bodyPr>
            <a:normAutofit/>
          </a:bodyPr>
          <a:lstStyle/>
          <a:p>
            <a:r>
              <a:rPr lang="sv-SE" sz="1600" dirty="0" err="1"/>
              <a:t>Physics-based</a:t>
            </a:r>
            <a:r>
              <a:rPr lang="sv-SE" sz="1600" dirty="0"/>
              <a:t> </a:t>
            </a:r>
            <a:r>
              <a:rPr lang="sv-SE" sz="1600" dirty="0" err="1"/>
              <a:t>Roguelite</a:t>
            </a:r>
            <a:r>
              <a:rPr lang="sv-SE" sz="1600" dirty="0"/>
              <a:t> Co-</a:t>
            </a:r>
            <a:r>
              <a:rPr lang="sv-SE" sz="1600" dirty="0" err="1"/>
              <a:t>op</a:t>
            </a:r>
            <a:r>
              <a:rPr lang="sv-SE" sz="1600" dirty="0"/>
              <a:t> </a:t>
            </a:r>
            <a:r>
              <a:rPr lang="sv-SE" sz="1600" dirty="0" err="1"/>
              <a:t>Chaos</a:t>
            </a:r>
            <a:endParaRPr lang="sv-SE" sz="1600" dirty="0"/>
          </a:p>
          <a:p>
            <a:endParaRPr lang="sv-SE" sz="1600" dirty="0"/>
          </a:p>
          <a:p>
            <a:r>
              <a:rPr lang="sv-SE" sz="1600" dirty="0" err="1"/>
              <a:t>Developed</a:t>
            </a:r>
            <a:r>
              <a:rPr lang="sv-SE" sz="1600" dirty="0"/>
              <a:t> by:</a:t>
            </a:r>
            <a:br>
              <a:rPr lang="sv-SE" sz="1600" dirty="0"/>
            </a:br>
            <a:r>
              <a:rPr lang="sv-SE" sz="1600" dirty="0"/>
              <a:t>Alexander Ringström, Alfred Pereira, Ethan </a:t>
            </a:r>
            <a:r>
              <a:rPr lang="sv-SE" sz="1600" dirty="0" err="1"/>
              <a:t>Samsioe</a:t>
            </a:r>
            <a:r>
              <a:rPr lang="sv-SE" sz="1600" dirty="0"/>
              <a:t> </a:t>
            </a:r>
            <a:r>
              <a:rPr lang="sv-SE" sz="1600" dirty="0" err="1"/>
              <a:t>Sarras</a:t>
            </a:r>
            <a:r>
              <a:rPr lang="sv-SE" sz="1600" dirty="0"/>
              <a:t>, Gustav Lindberg, Liston </a:t>
            </a:r>
            <a:r>
              <a:rPr lang="sv-SE" sz="1600" dirty="0" err="1"/>
              <a:t>Bigner</a:t>
            </a:r>
            <a:r>
              <a:rPr lang="sv-SE" sz="1600" dirty="0"/>
              <a:t>, Ludvig Nygren, Robin Andersson, Valentino </a:t>
            </a:r>
            <a:r>
              <a:rPr lang="sv-SE" sz="1600" dirty="0" err="1"/>
              <a:t>Ionica</a:t>
            </a:r>
            <a:endParaRPr lang="sv-SE" sz="1600" dirty="0"/>
          </a:p>
        </p:txBody>
      </p:sp>
    </p:spTree>
    <p:extLst>
      <p:ext uri="{BB962C8B-B14F-4D97-AF65-F5344CB8AC3E}">
        <p14:creationId xmlns:p14="http://schemas.microsoft.com/office/powerpoint/2010/main" val="782816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B900-FEB8-A163-37D2-76BCDD87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Elevator Pitch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B2E9F-38F0-4000-0356-A5173458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71304"/>
          </a:xfrm>
        </p:spPr>
        <p:txBody>
          <a:bodyPr/>
          <a:lstStyle/>
          <a:p>
            <a:r>
              <a:rPr lang="en-GB" dirty="0"/>
              <a:t>A chaotic co-op </a:t>
            </a:r>
            <a:r>
              <a:rPr lang="en-GB" dirty="0" err="1"/>
              <a:t>roguelite</a:t>
            </a:r>
            <a:r>
              <a:rPr lang="en-GB" dirty="0"/>
              <a:t> where players defend key locations using physics-based “wiggly” combat.</a:t>
            </a:r>
          </a:p>
          <a:p>
            <a:r>
              <a:rPr lang="en-GB" dirty="0"/>
              <a:t>Every fight becomes unpredictable… but still skill-based.</a:t>
            </a:r>
          </a:p>
          <a:p>
            <a:endParaRPr lang="en-S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18123E-741A-2202-D17F-F23F43AB3EDD}"/>
              </a:ext>
            </a:extLst>
          </p:cNvPr>
          <p:cNvSpPr txBox="1">
            <a:spLocks/>
          </p:cNvSpPr>
          <p:nvPr/>
        </p:nvSpPr>
        <p:spPr>
          <a:xfrm>
            <a:off x="921774" y="4562168"/>
            <a:ext cx="10515600" cy="1141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“A chaotic co-op </a:t>
            </a:r>
            <a:r>
              <a:rPr lang="en-GB" dirty="0" err="1"/>
              <a:t>roguelite</a:t>
            </a:r>
            <a:r>
              <a:rPr lang="en-GB" dirty="0"/>
              <a:t> where physics turns every fight into controlled madness.”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972572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A1E1-B9E4-14E2-B01A-7C677C85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Core</a:t>
            </a:r>
            <a:r>
              <a:rPr lang="sv-SE" dirty="0"/>
              <a:t> </a:t>
            </a:r>
            <a:r>
              <a:rPr lang="sv-SE" dirty="0" err="1"/>
              <a:t>Concept</a:t>
            </a:r>
            <a:endParaRPr lang="en-S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8207C7-9359-C791-5D76-48B9075903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70970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Third-person combat with physics-driven movement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Defend </a:t>
            </a:r>
            <a:r>
              <a:rPr kumimoji="0" lang="en-SE" altLang="en-S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 of Interest (</a:t>
            </a:r>
            <a:r>
              <a:rPr kumimoji="0" lang="en-SE" altLang="en-SE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</a:t>
            </a:r>
            <a:r>
              <a:rPr kumimoji="0" lang="en-SE" altLang="en-S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Survive waves of enemies from portals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fighting, positioning, and priorities </a:t>
            </a:r>
          </a:p>
        </p:txBody>
      </p:sp>
    </p:spTree>
    <p:extLst>
      <p:ext uri="{BB962C8B-B14F-4D97-AF65-F5344CB8AC3E}">
        <p14:creationId xmlns:p14="http://schemas.microsoft.com/office/powerpoint/2010/main" val="242512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77AA-213F-9C24-A23E-5C8C7A4B5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Pillars</a:t>
            </a:r>
            <a:endParaRPr lang="en-S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4089D1-0105-4FD4-BBF3-6CBF8E2B43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40"/>
            <a:ext cx="103012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Chaos</a:t>
            </a: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mastering physics, not perfection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Co-op Mayhem</a:t>
            </a: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teamwork in unpredictable fights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vs Reward</a:t>
            </a: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defend or farm resources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Emergent Gameplay</a:t>
            </a: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 run plays the same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Over-the-top</a:t>
            </a: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SE" altLang="en-SE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humor</a:t>
            </a: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exaggeration </a:t>
            </a:r>
          </a:p>
        </p:txBody>
      </p:sp>
    </p:spTree>
    <p:extLst>
      <p:ext uri="{BB962C8B-B14F-4D97-AF65-F5344CB8AC3E}">
        <p14:creationId xmlns:p14="http://schemas.microsoft.com/office/powerpoint/2010/main" val="124412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51E1-528F-2291-2186-A963687ED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Gameplay</a:t>
            </a:r>
            <a:r>
              <a:rPr lang="sv-SE" dirty="0"/>
              <a:t> </a:t>
            </a:r>
            <a:r>
              <a:rPr lang="sv-SE" dirty="0" err="1"/>
              <a:t>Feel</a:t>
            </a:r>
            <a:endParaRPr lang="en-S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3C3AFF-931B-803D-CD9C-CFC52A1EB2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8798"/>
            <a:ext cx="765145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“Wiggly arms” physics combat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 weapons affect balance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Magic = control, but limited (cooldowns)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altLang="en-S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63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E506-00BE-FFD1-892D-993E65B4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Player</a:t>
            </a:r>
            <a:r>
              <a:rPr lang="sv-SE" dirty="0"/>
              <a:t> Loop</a:t>
            </a:r>
            <a:br>
              <a:rPr lang="sv-SE" dirty="0"/>
            </a:br>
            <a:r>
              <a:rPr lang="sv-SE" dirty="0"/>
              <a:t>Fight → </a:t>
            </a:r>
            <a:r>
              <a:rPr lang="sv-SE" dirty="0" err="1"/>
              <a:t>Defend</a:t>
            </a:r>
            <a:r>
              <a:rPr lang="sv-SE" dirty="0"/>
              <a:t> → </a:t>
            </a:r>
            <a:r>
              <a:rPr lang="sv-SE" dirty="0" err="1"/>
              <a:t>Survive</a:t>
            </a:r>
            <a:r>
              <a:rPr lang="sv-SE" dirty="0"/>
              <a:t> → </a:t>
            </a:r>
            <a:r>
              <a:rPr lang="sv-SE" dirty="0" err="1"/>
              <a:t>Upgrade</a:t>
            </a:r>
            <a:r>
              <a:rPr lang="sv-SE" dirty="0"/>
              <a:t> → </a:t>
            </a:r>
            <a:r>
              <a:rPr lang="sv-SE" dirty="0" err="1"/>
              <a:t>Repeat</a:t>
            </a:r>
            <a:endParaRPr lang="en-S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3517DA-BE7F-3AE1-8AF4-B7E8BAA14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92918"/>
            <a:ext cx="561243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Enemies spawn from portals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 key structures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Earn resources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builds </a:t>
            </a:r>
            <a:endParaRPr kumimoji="0" lang="en-GB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harder waves </a:t>
            </a:r>
          </a:p>
        </p:txBody>
      </p:sp>
    </p:spTree>
    <p:extLst>
      <p:ext uri="{BB962C8B-B14F-4D97-AF65-F5344CB8AC3E}">
        <p14:creationId xmlns:p14="http://schemas.microsoft.com/office/powerpoint/2010/main" val="422180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14A9-10A4-4DCD-F46C-BDB31F87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Classes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67F96-B1C4-6193-4D0F-7A3422B7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457"/>
            <a:ext cx="5847735" cy="4351338"/>
          </a:xfrm>
        </p:spPr>
        <p:txBody>
          <a:bodyPr/>
          <a:lstStyle/>
          <a:p>
            <a:r>
              <a:rPr lang="en-GB" sz="3200" b="1" dirty="0"/>
              <a:t>Fighter</a:t>
            </a:r>
            <a:endParaRPr lang="en-GB" sz="3200" dirty="0"/>
          </a:p>
          <a:p>
            <a:pPr lvl="1"/>
            <a:r>
              <a:rPr lang="en-GB" sz="2800" dirty="0"/>
              <a:t>Strong melee weapons </a:t>
            </a:r>
          </a:p>
          <a:p>
            <a:pPr lvl="1"/>
            <a:r>
              <a:rPr lang="en-GB" sz="2800" dirty="0"/>
              <a:t>Slower weapon switching </a:t>
            </a:r>
          </a:p>
          <a:p>
            <a:pPr lvl="1"/>
            <a:r>
              <a:rPr lang="en-GB" sz="2800" dirty="0"/>
              <a:t>High impact, risky positioning</a:t>
            </a:r>
          </a:p>
          <a:p>
            <a:endParaRPr lang="en-S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425264-5149-D0B5-D84E-02DF63910193}"/>
              </a:ext>
            </a:extLst>
          </p:cNvPr>
          <p:cNvSpPr txBox="1">
            <a:spLocks/>
          </p:cNvSpPr>
          <p:nvPr/>
        </p:nvSpPr>
        <p:spPr>
          <a:xfrm>
            <a:off x="5877233" y="4218039"/>
            <a:ext cx="5847735" cy="2274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1" dirty="0"/>
              <a:t>Wizard</a:t>
            </a:r>
            <a:endParaRPr lang="en-GB" sz="3200" dirty="0"/>
          </a:p>
          <a:p>
            <a:pPr lvl="1"/>
            <a:r>
              <a:rPr lang="en-GB" sz="2800" dirty="0"/>
              <a:t>Magic abilities </a:t>
            </a:r>
          </a:p>
          <a:p>
            <a:pPr lvl="1"/>
            <a:r>
              <a:rPr lang="en-GB" sz="2800" dirty="0"/>
              <a:t>Cooldowns instead of stamina </a:t>
            </a:r>
          </a:p>
          <a:p>
            <a:pPr lvl="1"/>
            <a:r>
              <a:rPr lang="en-GB" sz="2800" dirty="0"/>
              <a:t>More control, less chaos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165760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434F-9BE6-063B-9FBE-337B4AEE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World &amp; Style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C5AC3-C165-6FFD-6530-66F01377D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Roman-inspired city under attack </a:t>
            </a:r>
          </a:p>
          <a:p>
            <a:r>
              <a:rPr lang="en-GB" dirty="0"/>
              <a:t>Starts in a </a:t>
            </a:r>
            <a:r>
              <a:rPr lang="en-GB" b="1" dirty="0"/>
              <a:t>colosseum (tutorial + class choice)</a:t>
            </a:r>
            <a:r>
              <a:rPr lang="en-GB" dirty="0"/>
              <a:t> </a:t>
            </a:r>
          </a:p>
          <a:p>
            <a:r>
              <a:rPr lang="en-GB" b="1" dirty="0"/>
              <a:t>Art Style:</a:t>
            </a:r>
            <a:endParaRPr lang="en-GB" dirty="0"/>
          </a:p>
          <a:p>
            <a:pPr lvl="1"/>
            <a:r>
              <a:rPr lang="en-GB" dirty="0"/>
              <a:t>Stylized, readable, humorous </a:t>
            </a:r>
          </a:p>
          <a:p>
            <a:pPr lvl="1"/>
            <a:r>
              <a:rPr lang="en-GB" dirty="0"/>
              <a:t>Ragdoll animations </a:t>
            </a:r>
          </a:p>
          <a:p>
            <a:pPr lvl="1"/>
            <a:r>
              <a:rPr lang="en-GB" dirty="0"/>
              <a:t>Exaggerated reactions </a:t>
            </a:r>
          </a:p>
          <a:p>
            <a:r>
              <a:rPr lang="en-GB" b="1" dirty="0"/>
              <a:t>UI:</a:t>
            </a:r>
            <a:endParaRPr lang="en-GB" dirty="0"/>
          </a:p>
          <a:p>
            <a:pPr lvl="1"/>
            <a:r>
              <a:rPr lang="en-GB" dirty="0"/>
              <a:t>Minimal </a:t>
            </a:r>
          </a:p>
          <a:p>
            <a:pPr lvl="1"/>
            <a:r>
              <a:rPr lang="en-GB" dirty="0"/>
              <a:t>Built for chaos readability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842936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2E36-8E16-0376-165C-ABFE72614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Game Modes</a:t>
            </a:r>
            <a:endParaRPr lang="en-S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39ACEFB-C930-5961-AF0B-A38E728EF2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8"/>
            <a:ext cx="54854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Mode</a:t>
            </a:r>
            <a:br>
              <a:rPr kumimoji="0" lang="en-SE" altLang="en-S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SE" altLang="en-S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5 waves + boss </a:t>
            </a:r>
            <a:endParaRPr kumimoji="0" lang="en-GB" altLang="en-S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SE" altLang="en-S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Endless Mode</a:t>
            </a:r>
            <a:br>
              <a:rPr kumimoji="0" lang="en-SE" altLang="en-S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SE" altLang="en-S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Infinite scaling difficulty</a:t>
            </a:r>
            <a:endParaRPr kumimoji="0" lang="en-GB" altLang="en-S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SE" altLang="en-S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E" altLang="en-SE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Co-op</a:t>
            </a:r>
            <a:br>
              <a:rPr kumimoji="0" lang="en-SE" altLang="en-S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SE" altLang="en-SE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2-player split-screen </a:t>
            </a:r>
          </a:p>
        </p:txBody>
      </p:sp>
    </p:spTree>
    <p:extLst>
      <p:ext uri="{BB962C8B-B14F-4D97-AF65-F5344CB8AC3E}">
        <p14:creationId xmlns:p14="http://schemas.microsoft.com/office/powerpoint/2010/main" val="193900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BC18-9FE9-074A-FD6D-1F74E155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Why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Works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AF191-C1FF-010E-D811-FF2F57A03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6458" cy="4351338"/>
          </a:xfrm>
        </p:spPr>
        <p:txBody>
          <a:bodyPr/>
          <a:lstStyle/>
          <a:p>
            <a:r>
              <a:rPr lang="en-GB" b="1" dirty="0"/>
              <a:t>Unique Selling Points</a:t>
            </a:r>
            <a:endParaRPr lang="en-GB" dirty="0"/>
          </a:p>
          <a:p>
            <a:pPr lvl="1"/>
            <a:r>
              <a:rPr lang="en-GB" dirty="0"/>
              <a:t>Physics-based combat with skill expression </a:t>
            </a:r>
          </a:p>
          <a:p>
            <a:pPr lvl="1"/>
            <a:r>
              <a:rPr lang="en-GB" dirty="0"/>
              <a:t>Co-op + wave </a:t>
            </a:r>
            <a:r>
              <a:rPr lang="en-GB" dirty="0" err="1"/>
              <a:t>defense</a:t>
            </a:r>
            <a:r>
              <a:rPr lang="en-GB" dirty="0"/>
              <a:t> hybrid </a:t>
            </a:r>
          </a:p>
          <a:p>
            <a:pPr lvl="1"/>
            <a:r>
              <a:rPr lang="en-GB" dirty="0"/>
              <a:t>Emergent gameplay every run </a:t>
            </a:r>
          </a:p>
          <a:p>
            <a:pPr lvl="1"/>
            <a:r>
              <a:rPr lang="en-GB" dirty="0" err="1"/>
              <a:t>Humor</a:t>
            </a:r>
            <a:r>
              <a:rPr lang="en-GB" dirty="0"/>
              <a:t> + chaos without losing control</a:t>
            </a:r>
          </a:p>
          <a:p>
            <a:endParaRPr lang="en-S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F9FD9C-6D07-9975-34C6-9A18CD62B75F}"/>
              </a:ext>
            </a:extLst>
          </p:cNvPr>
          <p:cNvSpPr txBox="1">
            <a:spLocks/>
          </p:cNvSpPr>
          <p:nvPr/>
        </p:nvSpPr>
        <p:spPr>
          <a:xfrm>
            <a:off x="6349180" y="1825625"/>
            <a:ext cx="53364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Why us?</a:t>
            </a:r>
            <a:endParaRPr lang="en-GB" dirty="0"/>
          </a:p>
          <a:p>
            <a:pPr lvl="1"/>
            <a:r>
              <a:rPr lang="en-GB" dirty="0"/>
              <a:t>Multidisciplinary team </a:t>
            </a:r>
          </a:p>
          <a:p>
            <a:pPr lvl="1"/>
            <a:r>
              <a:rPr lang="en-GB" dirty="0"/>
              <a:t>Covers programming, design, art, VFX, audio </a:t>
            </a:r>
          </a:p>
          <a:p>
            <a:pPr lvl="1"/>
            <a:r>
              <a:rPr lang="en-GB" dirty="0"/>
              <a:t>Capable of delivering a playable prototype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175623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322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Wobblus Maximus/ Rage in Rome</vt:lpstr>
      <vt:lpstr>Elevator Pitch</vt:lpstr>
      <vt:lpstr>Core Concept</vt:lpstr>
      <vt:lpstr>Pillars</vt:lpstr>
      <vt:lpstr>Gameplay Feel</vt:lpstr>
      <vt:lpstr>Player Loop Fight → Defend → Survive → Upgrade → Repeat</vt:lpstr>
      <vt:lpstr>Classes</vt:lpstr>
      <vt:lpstr>World &amp; Style</vt:lpstr>
      <vt:lpstr>Game Modes</vt:lpstr>
      <vt:lpstr>Why This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alfred pereira</dc:creator>
  <cp:lastModifiedBy>alfred pereira</cp:lastModifiedBy>
  <cp:revision>1</cp:revision>
  <dcterms:created xsi:type="dcterms:W3CDTF">2026-04-21T08:28:21Z</dcterms:created>
  <dcterms:modified xsi:type="dcterms:W3CDTF">2026-04-21T09:04:53Z</dcterms:modified>
</cp:coreProperties>
</file>